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8" r:id="rId13"/>
    <p:sldId id="265" r:id="rId14"/>
    <p:sldId id="266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491E5-59CA-C8A6-1588-FA7C97AB32EA}" v="114" dt="2025-04-09T22:25:46.505"/>
    <p1510:client id="{84C1CE1C-00BB-E442-E3B9-45321A6E5B28}" v="170" dt="2025-04-09T22:24:46.085"/>
    <p1510:client id="{96DE9099-4D3C-2AD7-61FF-AA3A867956C4}" v="33" dt="2025-04-09T22:21:01.180"/>
    <p1510:client id="{B2190FD0-8B43-36E2-BC6F-7DF28AED3B57}" v="3" dt="2025-04-09T22:13:16.764"/>
    <p1510:client id="{E906DC84-5564-AFEE-A225-9C14FEA079D8}" v="38" dt="2025-04-09T17:58:20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Zedekiah" userId="S::zedekiahdavis@byui.edu::8c096465-f2c6-4d0a-9367-b76dcf2e965b" providerId="AD" clId="Web-{44F71E62-9812-6401-1EFD-AFC7B74D4270}"/>
    <pc:docChg chg="modSld">
      <pc:chgData name="Davis, Zedekiah" userId="S::zedekiahdavis@byui.edu::8c096465-f2c6-4d0a-9367-b76dcf2e965b" providerId="AD" clId="Web-{44F71E62-9812-6401-1EFD-AFC7B74D4270}" dt="2025-04-05T23:19:54.898" v="150" actId="20577"/>
      <pc:docMkLst>
        <pc:docMk/>
      </pc:docMkLst>
      <pc:sldChg chg="modSp">
        <pc:chgData name="Davis, Zedekiah" userId="S::zedekiahdavis@byui.edu::8c096465-f2c6-4d0a-9367-b76dcf2e965b" providerId="AD" clId="Web-{44F71E62-9812-6401-1EFD-AFC7B74D4270}" dt="2025-04-05T23:05:28.522" v="16" actId="20577"/>
        <pc:sldMkLst>
          <pc:docMk/>
          <pc:sldMk cId="3828091916" sldId="258"/>
        </pc:sldMkLst>
        <pc:spChg chg="mod">
          <ac:chgData name="Davis, Zedekiah" userId="S::zedekiahdavis@byui.edu::8c096465-f2c6-4d0a-9367-b76dcf2e965b" providerId="AD" clId="Web-{44F71E62-9812-6401-1EFD-AFC7B74D4270}" dt="2025-04-05T23:05:28.522" v="16" actId="20577"/>
          <ac:spMkLst>
            <pc:docMk/>
            <pc:sldMk cId="3828091916" sldId="258"/>
            <ac:spMk id="3" creationId="{ADB3F3B2-596D-14C5-4CF7-083F26B74386}"/>
          </ac:spMkLst>
        </pc:spChg>
      </pc:sldChg>
      <pc:sldChg chg="modSp">
        <pc:chgData name="Davis, Zedekiah" userId="S::zedekiahdavis@byui.edu::8c096465-f2c6-4d0a-9367-b76dcf2e965b" providerId="AD" clId="Web-{44F71E62-9812-6401-1EFD-AFC7B74D4270}" dt="2025-04-05T23:11:36.279" v="128" actId="20577"/>
        <pc:sldMkLst>
          <pc:docMk/>
          <pc:sldMk cId="2315479154" sldId="260"/>
        </pc:sldMkLst>
        <pc:spChg chg="mod">
          <ac:chgData name="Davis, Zedekiah" userId="S::zedekiahdavis@byui.edu::8c096465-f2c6-4d0a-9367-b76dcf2e965b" providerId="AD" clId="Web-{44F71E62-9812-6401-1EFD-AFC7B74D4270}" dt="2025-04-05T23:11:36.279" v="128" actId="20577"/>
          <ac:spMkLst>
            <pc:docMk/>
            <pc:sldMk cId="2315479154" sldId="260"/>
            <ac:spMk id="3" creationId="{296BABD9-3698-D905-CF60-522E9C9FE92D}"/>
          </ac:spMkLst>
        </pc:spChg>
      </pc:sldChg>
      <pc:sldChg chg="modSp">
        <pc:chgData name="Davis, Zedekiah" userId="S::zedekiahdavis@byui.edu::8c096465-f2c6-4d0a-9367-b76dcf2e965b" providerId="AD" clId="Web-{44F71E62-9812-6401-1EFD-AFC7B74D4270}" dt="2025-04-05T23:19:54.898" v="150" actId="20577"/>
        <pc:sldMkLst>
          <pc:docMk/>
          <pc:sldMk cId="2280034868" sldId="261"/>
        </pc:sldMkLst>
        <pc:spChg chg="mod">
          <ac:chgData name="Davis, Zedekiah" userId="S::zedekiahdavis@byui.edu::8c096465-f2c6-4d0a-9367-b76dcf2e965b" providerId="AD" clId="Web-{44F71E62-9812-6401-1EFD-AFC7B74D4270}" dt="2025-04-05T23:19:54.898" v="150" actId="20577"/>
          <ac:spMkLst>
            <pc:docMk/>
            <pc:sldMk cId="2280034868" sldId="261"/>
            <ac:spMk id="2" creationId="{B70E3DEC-5D2A-9F4B-E60F-5A4E00EABFEA}"/>
          </ac:spMkLst>
        </pc:spChg>
      </pc:sldChg>
      <pc:sldChg chg="modSp">
        <pc:chgData name="Davis, Zedekiah" userId="S::zedekiahdavis@byui.edu::8c096465-f2c6-4d0a-9367-b76dcf2e965b" providerId="AD" clId="Web-{44F71E62-9812-6401-1EFD-AFC7B74D4270}" dt="2025-04-05T23:19:24.413" v="143" actId="20577"/>
        <pc:sldMkLst>
          <pc:docMk/>
          <pc:sldMk cId="3652728947" sldId="263"/>
        </pc:sldMkLst>
        <pc:spChg chg="mod">
          <ac:chgData name="Davis, Zedekiah" userId="S::zedekiahdavis@byui.edu::8c096465-f2c6-4d0a-9367-b76dcf2e965b" providerId="AD" clId="Web-{44F71E62-9812-6401-1EFD-AFC7B74D4270}" dt="2025-04-05T23:19:24.413" v="143" actId="20577"/>
          <ac:spMkLst>
            <pc:docMk/>
            <pc:sldMk cId="3652728947" sldId="263"/>
            <ac:spMk id="2" creationId="{F44A09D5-2CBB-BB61-61C9-7D2E8D47526F}"/>
          </ac:spMkLst>
        </pc:spChg>
      </pc:sldChg>
      <pc:sldChg chg="modSp">
        <pc:chgData name="Davis, Zedekiah" userId="S::zedekiahdavis@byui.edu::8c096465-f2c6-4d0a-9367-b76dcf2e965b" providerId="AD" clId="Web-{44F71E62-9812-6401-1EFD-AFC7B74D4270}" dt="2025-04-05T23:19:18.725" v="138" actId="20577"/>
        <pc:sldMkLst>
          <pc:docMk/>
          <pc:sldMk cId="16720592" sldId="264"/>
        </pc:sldMkLst>
        <pc:spChg chg="mod">
          <ac:chgData name="Davis, Zedekiah" userId="S::zedekiahdavis@byui.edu::8c096465-f2c6-4d0a-9367-b76dcf2e965b" providerId="AD" clId="Web-{44F71E62-9812-6401-1EFD-AFC7B74D4270}" dt="2025-04-05T23:19:18.725" v="138" actId="20577"/>
          <ac:spMkLst>
            <pc:docMk/>
            <pc:sldMk cId="16720592" sldId="264"/>
            <ac:spMk id="2" creationId="{74733C4E-B0E6-BFED-6392-E1CCF152B7E0}"/>
          </ac:spMkLst>
        </pc:spChg>
      </pc:sldChg>
    </pc:docChg>
  </pc:docChgLst>
  <pc:docChgLst>
    <pc:chgData name="Nuttall, Caleb" userId="S::cgnuttall@byui.edu::c72fa34f-f9e6-4444-8cd1-9da6553b3704" providerId="AD" clId="Web-{B2190FD0-8B43-36E2-BC6F-7DF28AED3B57}"/>
    <pc:docChg chg="modSld">
      <pc:chgData name="Nuttall, Caleb" userId="S::cgnuttall@byui.edu::c72fa34f-f9e6-4444-8cd1-9da6553b3704" providerId="AD" clId="Web-{B2190FD0-8B43-36E2-BC6F-7DF28AED3B57}" dt="2025-04-09T22:13:16.764" v="2" actId="20577"/>
      <pc:docMkLst>
        <pc:docMk/>
      </pc:docMkLst>
      <pc:sldChg chg="modSp">
        <pc:chgData name="Nuttall, Caleb" userId="S::cgnuttall@byui.edu::c72fa34f-f9e6-4444-8cd1-9da6553b3704" providerId="AD" clId="Web-{B2190FD0-8B43-36E2-BC6F-7DF28AED3B57}" dt="2025-04-09T22:13:16.764" v="2" actId="20577"/>
        <pc:sldMkLst>
          <pc:docMk/>
          <pc:sldMk cId="2342316053" sldId="265"/>
        </pc:sldMkLst>
        <pc:spChg chg="mod">
          <ac:chgData name="Nuttall, Caleb" userId="S::cgnuttall@byui.edu::c72fa34f-f9e6-4444-8cd1-9da6553b3704" providerId="AD" clId="Web-{B2190FD0-8B43-36E2-BC6F-7DF28AED3B57}" dt="2025-04-09T22:13:16.764" v="2" actId="20577"/>
          <ac:spMkLst>
            <pc:docMk/>
            <pc:sldMk cId="2342316053" sldId="265"/>
            <ac:spMk id="3" creationId="{49858261-C8AD-CBA7-6940-7D8986CB89E6}"/>
          </ac:spMkLst>
        </pc:spChg>
      </pc:sldChg>
    </pc:docChg>
  </pc:docChgLst>
  <pc:docChgLst>
    <pc:chgData name="Campbell, Nick" userId="S::nick_campbell91@byui.edu::5783add3-4054-4bbc-81e7-877cd95fd22c" providerId="AD" clId="Web-{5A3B4C87-F852-0680-7C17-55DBB7927B94}"/>
    <pc:docChg chg="addSld modSld modMainMaster">
      <pc:chgData name="Campbell, Nick" userId="S::nick_campbell91@byui.edu::5783add3-4054-4bbc-81e7-877cd95fd22c" providerId="AD" clId="Web-{5A3B4C87-F852-0680-7C17-55DBB7927B94}" dt="2025-04-05T23:20:56.811" v="284" actId="1076"/>
      <pc:docMkLst>
        <pc:docMk/>
      </pc:docMkLst>
      <pc:sldChg chg="modSp mod setBg">
        <pc:chgData name="Campbell, Nick" userId="S::nick_campbell91@byui.edu::5783add3-4054-4bbc-81e7-877cd95fd22c" providerId="AD" clId="Web-{5A3B4C87-F852-0680-7C17-55DBB7927B94}" dt="2025-04-05T23:20:56.811" v="284" actId="1076"/>
        <pc:sldMkLst>
          <pc:docMk/>
          <pc:sldMk cId="109857222" sldId="256"/>
        </pc:sldMkLst>
        <pc:spChg chg="mod">
          <ac:chgData name="Campbell, Nick" userId="S::nick_campbell91@byui.edu::5783add3-4054-4bbc-81e7-877cd95fd22c" providerId="AD" clId="Web-{5A3B4C87-F852-0680-7C17-55DBB7927B94}" dt="2025-04-05T23:20:56.811" v="284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07:15.689" v="163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setBg">
        <pc:chgData name="Campbell, Nick" userId="S::nick_campbell91@byui.edu::5783add3-4054-4bbc-81e7-877cd95fd22c" providerId="AD" clId="Web-{5A3B4C87-F852-0680-7C17-55DBB7927B94}" dt="2025-04-05T23:09:18.376" v="271" actId="20577"/>
        <pc:sldMkLst>
          <pc:docMk/>
          <pc:sldMk cId="1582925573" sldId="257"/>
        </pc:sldMkLst>
        <pc:spChg chg="mod">
          <ac:chgData name="Campbell, Nick" userId="S::nick_campbell91@byui.edu::5783add3-4054-4bbc-81e7-877cd95fd22c" providerId="AD" clId="Web-{5A3B4C87-F852-0680-7C17-55DBB7927B94}" dt="2025-04-05T00:11:54.412" v="167" actId="20577"/>
          <ac:spMkLst>
            <pc:docMk/>
            <pc:sldMk cId="1582925573" sldId="257"/>
            <ac:spMk id="2" creationId="{E5EA282D-6138-EB4B-F9DC-5544C885B6D0}"/>
          </ac:spMkLst>
        </pc:spChg>
        <pc:spChg chg="mod">
          <ac:chgData name="Campbell, Nick" userId="S::nick_campbell91@byui.edu::5783add3-4054-4bbc-81e7-877cd95fd22c" providerId="AD" clId="Web-{5A3B4C87-F852-0680-7C17-55DBB7927B94}" dt="2025-04-05T23:09:18.376" v="271" actId="20577"/>
          <ac:spMkLst>
            <pc:docMk/>
            <pc:sldMk cId="1582925573" sldId="257"/>
            <ac:spMk id="3" creationId="{52EB09E0-6CF9-5482-7476-DB021DF4C46E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5:32.462" v="211" actId="20577"/>
        <pc:sldMkLst>
          <pc:docMk/>
          <pc:sldMk cId="3828091916" sldId="258"/>
        </pc:sldMkLst>
        <pc:spChg chg="mod">
          <ac:chgData name="Campbell, Nick" userId="S::nick_campbell91@byui.edu::5783add3-4054-4bbc-81e7-877cd95fd22c" providerId="AD" clId="Web-{5A3B4C87-F852-0680-7C17-55DBB7927B94}" dt="2025-04-05T00:15:29.790" v="210" actId="20577"/>
          <ac:spMkLst>
            <pc:docMk/>
            <pc:sldMk cId="3828091916" sldId="258"/>
            <ac:spMk id="2" creationId="{F152C3BC-608D-32D9-6D75-80B6932C7813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5:32.462" v="211" actId="20577"/>
          <ac:spMkLst>
            <pc:docMk/>
            <pc:sldMk cId="3828091916" sldId="258"/>
            <ac:spMk id="3" creationId="{ADB3F3B2-596D-14C5-4CF7-083F26B74386}"/>
          </ac:spMkLst>
        </pc:spChg>
      </pc:sldChg>
      <pc:sldChg chg="modSp mod setBg">
        <pc:chgData name="Campbell, Nick" userId="S::nick_campbell91@byui.edu::5783add3-4054-4bbc-81e7-877cd95fd22c" providerId="AD" clId="Web-{5A3B4C87-F852-0680-7C17-55DBB7927B94}" dt="2025-04-05T23:09:36.470" v="277" actId="20577"/>
        <pc:sldMkLst>
          <pc:docMk/>
          <pc:sldMk cId="1641027950" sldId="259"/>
        </pc:sldMkLst>
        <pc:spChg chg="mod">
          <ac:chgData name="Campbell, Nick" userId="S::nick_campbell91@byui.edu::5783add3-4054-4bbc-81e7-877cd95fd22c" providerId="AD" clId="Web-{5A3B4C87-F852-0680-7C17-55DBB7927B94}" dt="2025-04-05T00:13:29.039" v="206" actId="20577"/>
          <ac:spMkLst>
            <pc:docMk/>
            <pc:sldMk cId="1641027950" sldId="259"/>
            <ac:spMk id="2" creationId="{2E669988-A3B3-D415-9906-6E4044227CFF}"/>
          </ac:spMkLst>
        </pc:spChg>
        <pc:spChg chg="mod">
          <ac:chgData name="Campbell, Nick" userId="S::nick_campbell91@byui.edu::5783add3-4054-4bbc-81e7-877cd95fd22c" providerId="AD" clId="Web-{5A3B4C87-F852-0680-7C17-55DBB7927B94}" dt="2025-04-05T23:09:36.470" v="277" actId="20577"/>
          <ac:spMkLst>
            <pc:docMk/>
            <pc:sldMk cId="1641027950" sldId="259"/>
            <ac:spMk id="3" creationId="{6BCA0C3B-63BB-3D3B-B343-B3E84C58FFB5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5:43.494" v="214" actId="20577"/>
        <pc:sldMkLst>
          <pc:docMk/>
          <pc:sldMk cId="2315479154" sldId="260"/>
        </pc:sldMkLst>
        <pc:spChg chg="mod">
          <ac:chgData name="Campbell, Nick" userId="S::nick_campbell91@byui.edu::5783add3-4054-4bbc-81e7-877cd95fd22c" providerId="AD" clId="Web-{5A3B4C87-F852-0680-7C17-55DBB7927B94}" dt="2025-04-05T00:15:43.494" v="214" actId="20577"/>
          <ac:spMkLst>
            <pc:docMk/>
            <pc:sldMk cId="2315479154" sldId="260"/>
            <ac:spMk id="2" creationId="{E23A871C-3580-08F9-CECF-4E9E55FA3E76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5:35.759" v="213" actId="20577"/>
          <ac:spMkLst>
            <pc:docMk/>
            <pc:sldMk cId="2315479154" sldId="260"/>
            <ac:spMk id="3" creationId="{296BABD9-3698-D905-CF60-522E9C9FE92D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5:49.931" v="217" actId="20577"/>
        <pc:sldMkLst>
          <pc:docMk/>
          <pc:sldMk cId="2280034868" sldId="261"/>
        </pc:sldMkLst>
        <pc:spChg chg="mod">
          <ac:chgData name="Campbell, Nick" userId="S::nick_campbell91@byui.edu::5783add3-4054-4bbc-81e7-877cd95fd22c" providerId="AD" clId="Web-{5A3B4C87-F852-0680-7C17-55DBB7927B94}" dt="2025-04-05T00:15:49.931" v="217" actId="20577"/>
          <ac:spMkLst>
            <pc:docMk/>
            <pc:sldMk cId="2280034868" sldId="261"/>
            <ac:spMk id="2" creationId="{B70E3DEC-5D2A-9F4B-E60F-5A4E00EABFEA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5:47.478" v="216" actId="20577"/>
          <ac:spMkLst>
            <pc:docMk/>
            <pc:sldMk cId="2280034868" sldId="261"/>
            <ac:spMk id="3" creationId="{354D1BAB-BF3A-2CD1-A22C-C330A821CE64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5:57.400" v="220" actId="20577"/>
        <pc:sldMkLst>
          <pc:docMk/>
          <pc:sldMk cId="1701486793" sldId="262"/>
        </pc:sldMkLst>
        <pc:spChg chg="mod">
          <ac:chgData name="Campbell, Nick" userId="S::nick_campbell91@byui.edu::5783add3-4054-4bbc-81e7-877cd95fd22c" providerId="AD" clId="Web-{5A3B4C87-F852-0680-7C17-55DBB7927B94}" dt="2025-04-05T00:15:57.400" v="220" actId="20577"/>
          <ac:spMkLst>
            <pc:docMk/>
            <pc:sldMk cId="1701486793" sldId="262"/>
            <ac:spMk id="2" creationId="{5A51F3EC-2E64-6C09-DC55-DC02BD537ADE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5:55.228" v="219" actId="20577"/>
          <ac:spMkLst>
            <pc:docMk/>
            <pc:sldMk cId="1701486793" sldId="262"/>
            <ac:spMk id="3" creationId="{45B74816-BA5F-3C16-030D-9345E3E08054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6:06.093" v="223" actId="20577"/>
        <pc:sldMkLst>
          <pc:docMk/>
          <pc:sldMk cId="3652728947" sldId="263"/>
        </pc:sldMkLst>
        <pc:spChg chg="mod">
          <ac:chgData name="Campbell, Nick" userId="S::nick_campbell91@byui.edu::5783add3-4054-4bbc-81e7-877cd95fd22c" providerId="AD" clId="Web-{5A3B4C87-F852-0680-7C17-55DBB7927B94}" dt="2025-04-05T00:16:01.947" v="222" actId="20577"/>
          <ac:spMkLst>
            <pc:docMk/>
            <pc:sldMk cId="3652728947" sldId="263"/>
            <ac:spMk id="2" creationId="{F44A09D5-2CBB-BB61-61C9-7D2E8D47526F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6:06.093" v="223" actId="20577"/>
          <ac:spMkLst>
            <pc:docMk/>
            <pc:sldMk cId="3652728947" sldId="263"/>
            <ac:spMk id="3" creationId="{36736AD4-F925-3ED9-91FF-D704F90EBF07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6:13.468" v="225" actId="20577"/>
        <pc:sldMkLst>
          <pc:docMk/>
          <pc:sldMk cId="16720592" sldId="264"/>
        </pc:sldMkLst>
        <pc:spChg chg="mod">
          <ac:chgData name="Campbell, Nick" userId="S::nick_campbell91@byui.edu::5783add3-4054-4bbc-81e7-877cd95fd22c" providerId="AD" clId="Web-{5A3B4C87-F852-0680-7C17-55DBB7927B94}" dt="2025-04-05T00:16:10.734" v="224" actId="20577"/>
          <ac:spMkLst>
            <pc:docMk/>
            <pc:sldMk cId="16720592" sldId="264"/>
            <ac:spMk id="2" creationId="{74733C4E-B0E6-BFED-6392-E1CCF152B7E0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6:13.468" v="225" actId="20577"/>
          <ac:spMkLst>
            <pc:docMk/>
            <pc:sldMk cId="16720592" sldId="264"/>
            <ac:spMk id="3" creationId="{70165C07-1915-4D3B-5A86-5993F8DCD3B1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00:16:19" v="227" actId="20577"/>
        <pc:sldMkLst>
          <pc:docMk/>
          <pc:sldMk cId="2342316053" sldId="265"/>
        </pc:sldMkLst>
        <pc:spChg chg="mod">
          <ac:chgData name="Campbell, Nick" userId="S::nick_campbell91@byui.edu::5783add3-4054-4bbc-81e7-877cd95fd22c" providerId="AD" clId="Web-{5A3B4C87-F852-0680-7C17-55DBB7927B94}" dt="2025-04-05T00:16:16.453" v="226" actId="20577"/>
          <ac:spMkLst>
            <pc:docMk/>
            <pc:sldMk cId="2342316053" sldId="265"/>
            <ac:spMk id="2" creationId="{763B8CF2-A7A8-54F2-1156-8BE107F68755}"/>
          </ac:spMkLst>
        </pc:spChg>
        <pc:spChg chg="mod">
          <ac:chgData name="Campbell, Nick" userId="S::nick_campbell91@byui.edu::5783add3-4054-4bbc-81e7-877cd95fd22c" providerId="AD" clId="Web-{5A3B4C87-F852-0680-7C17-55DBB7927B94}" dt="2025-04-05T00:16:19" v="227" actId="20577"/>
          <ac:spMkLst>
            <pc:docMk/>
            <pc:sldMk cId="2342316053" sldId="265"/>
            <ac:spMk id="3" creationId="{49858261-C8AD-CBA7-6940-7D8986CB89E6}"/>
          </ac:spMkLst>
        </pc:spChg>
      </pc:sldChg>
      <pc:sldChg chg="modSp mod">
        <pc:chgData name="Campbell, Nick" userId="S::nick_campbell91@byui.edu::5783add3-4054-4bbc-81e7-877cd95fd22c" providerId="AD" clId="Web-{5A3B4C87-F852-0680-7C17-55DBB7927B94}" dt="2025-04-05T23:14:41.382" v="279" actId="20577"/>
        <pc:sldMkLst>
          <pc:docMk/>
          <pc:sldMk cId="1942873632" sldId="266"/>
        </pc:sldMkLst>
        <pc:spChg chg="mod">
          <ac:chgData name="Campbell, Nick" userId="S::nick_campbell91@byui.edu::5783add3-4054-4bbc-81e7-877cd95fd22c" providerId="AD" clId="Web-{5A3B4C87-F852-0680-7C17-55DBB7927B94}" dt="2025-04-05T00:16:22.484" v="229" actId="20577"/>
          <ac:spMkLst>
            <pc:docMk/>
            <pc:sldMk cId="1942873632" sldId="266"/>
            <ac:spMk id="2" creationId="{417DA7BC-1A39-B826-8A01-67EB60AF9979}"/>
          </ac:spMkLst>
        </pc:spChg>
        <pc:spChg chg="mod">
          <ac:chgData name="Campbell, Nick" userId="S::nick_campbell91@byui.edu::5783add3-4054-4bbc-81e7-877cd95fd22c" providerId="AD" clId="Web-{5A3B4C87-F852-0680-7C17-55DBB7927B94}" dt="2025-04-05T23:14:41.382" v="279" actId="20577"/>
          <ac:spMkLst>
            <pc:docMk/>
            <pc:sldMk cId="1942873632" sldId="266"/>
            <ac:spMk id="3" creationId="{0080CEBE-02BE-8941-E23E-B8655BC17000}"/>
          </ac:spMkLst>
        </pc:spChg>
      </pc:sldChg>
      <pc:sldChg chg="modSp new">
        <pc:chgData name="Campbell, Nick" userId="S::nick_campbell91@byui.edu::5783add3-4054-4bbc-81e7-877cd95fd22c" providerId="AD" clId="Web-{5A3B4C87-F852-0680-7C17-55DBB7927B94}" dt="2025-04-05T23:15:49.665" v="281" actId="20577"/>
        <pc:sldMkLst>
          <pc:docMk/>
          <pc:sldMk cId="3874342737" sldId="267"/>
        </pc:sldMkLst>
        <pc:spChg chg="mod">
          <ac:chgData name="Campbell, Nick" userId="S::nick_campbell91@byui.edu::5783add3-4054-4bbc-81e7-877cd95fd22c" providerId="AD" clId="Web-{5A3B4C87-F852-0680-7C17-55DBB7927B94}" dt="2025-04-05T00:17:48.204" v="245" actId="20577"/>
          <ac:spMkLst>
            <pc:docMk/>
            <pc:sldMk cId="3874342737" sldId="267"/>
            <ac:spMk id="2" creationId="{B6090B5A-5686-9EC2-A9FF-DA6166CACA22}"/>
          </ac:spMkLst>
        </pc:spChg>
        <pc:spChg chg="mod">
          <ac:chgData name="Campbell, Nick" userId="S::nick_campbell91@byui.edu::5783add3-4054-4bbc-81e7-877cd95fd22c" providerId="AD" clId="Web-{5A3B4C87-F852-0680-7C17-55DBB7927B94}" dt="2025-04-05T23:15:49.665" v="281" actId="20577"/>
          <ac:spMkLst>
            <pc:docMk/>
            <pc:sldMk cId="3874342737" sldId="267"/>
            <ac:spMk id="3" creationId="{9B748569-5273-CB8B-6290-B34BF8B693EE}"/>
          </ac:spMkLst>
        </pc:spChg>
      </pc:sldChg>
      <pc:sldMasterChg chg="mod setBg modSldLayout">
        <pc:chgData name="Campbell, Nick" userId="S::nick_campbell91@byui.edu::5783add3-4054-4bbc-81e7-877cd95fd22c" providerId="AD" clId="Web-{5A3B4C87-F852-0680-7C17-55DBB7927B94}" dt="2025-04-05T00:15:01.306" v="208"/>
        <pc:sldMasterMkLst>
          <pc:docMk/>
          <pc:sldMasterMk cId="2460954070" sldId="2147483660"/>
        </pc:sldMasterMkLst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Campbell, Nick" userId="S::nick_campbell91@byui.edu::5783add3-4054-4bbc-81e7-877cd95fd22c" providerId="AD" clId="Web-{5A3B4C87-F852-0680-7C17-55DBB7927B94}" dt="2025-04-05T00:15:01.306" v="208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Nuttall, Caleb" userId="S::cgnuttall@byui.edu::c72fa34f-f9e6-4444-8cd1-9da6553b3704" providerId="AD" clId="Web-{E906DC84-5564-AFEE-A225-9C14FEA079D8}"/>
    <pc:docChg chg="modSld">
      <pc:chgData name="Nuttall, Caleb" userId="S::cgnuttall@byui.edu::c72fa34f-f9e6-4444-8cd1-9da6553b3704" providerId="AD" clId="Web-{E906DC84-5564-AFEE-A225-9C14FEA079D8}" dt="2025-04-09T17:58:20.677" v="37" actId="20577"/>
      <pc:docMkLst>
        <pc:docMk/>
      </pc:docMkLst>
      <pc:sldChg chg="modSp">
        <pc:chgData name="Nuttall, Caleb" userId="S::cgnuttall@byui.edu::c72fa34f-f9e6-4444-8cd1-9da6553b3704" providerId="AD" clId="Web-{E906DC84-5564-AFEE-A225-9C14FEA079D8}" dt="2025-04-09T17:58:20.677" v="37" actId="20577"/>
        <pc:sldMkLst>
          <pc:docMk/>
          <pc:sldMk cId="2342316053" sldId="265"/>
        </pc:sldMkLst>
        <pc:spChg chg="mod">
          <ac:chgData name="Nuttall, Caleb" userId="S::cgnuttall@byui.edu::c72fa34f-f9e6-4444-8cd1-9da6553b3704" providerId="AD" clId="Web-{E906DC84-5564-AFEE-A225-9C14FEA079D8}" dt="2025-04-09T17:58:20.677" v="37" actId="20577"/>
          <ac:spMkLst>
            <pc:docMk/>
            <pc:sldMk cId="2342316053" sldId="265"/>
            <ac:spMk id="3" creationId="{49858261-C8AD-CBA7-6940-7D8986CB89E6}"/>
          </ac:spMkLst>
        </pc:spChg>
      </pc:sldChg>
    </pc:docChg>
  </pc:docChgLst>
  <pc:docChgLst>
    <pc:chgData name="Turnbull, Andrew" userId="S::ajat69@byui.edu::9ffc499d-b349-48bd-81a8-226a28f02726" providerId="AD" clId="Web-{862CC281-8A17-FC91-27AD-FC17FEC7D840}"/>
    <pc:docChg chg="modSld">
      <pc:chgData name="Turnbull, Andrew" userId="S::ajat69@byui.edu::9ffc499d-b349-48bd-81a8-226a28f02726" providerId="AD" clId="Web-{862CC281-8A17-FC91-27AD-FC17FEC7D840}" dt="2025-04-05T23:06:30.590" v="5" actId="20577"/>
      <pc:docMkLst>
        <pc:docMk/>
      </pc:docMkLst>
      <pc:sldChg chg="modSp">
        <pc:chgData name="Turnbull, Andrew" userId="S::ajat69@byui.edu::9ffc499d-b349-48bd-81a8-226a28f02726" providerId="AD" clId="Web-{862CC281-8A17-FC91-27AD-FC17FEC7D840}" dt="2025-04-05T23:05:20.635" v="1" actId="20577"/>
        <pc:sldMkLst>
          <pc:docMk/>
          <pc:sldMk cId="3828091916" sldId="258"/>
        </pc:sldMkLst>
        <pc:spChg chg="mod">
          <ac:chgData name="Turnbull, Andrew" userId="S::ajat69@byui.edu::9ffc499d-b349-48bd-81a8-226a28f02726" providerId="AD" clId="Web-{862CC281-8A17-FC91-27AD-FC17FEC7D840}" dt="2025-04-05T23:05:20.635" v="1" actId="20577"/>
          <ac:spMkLst>
            <pc:docMk/>
            <pc:sldMk cId="3828091916" sldId="258"/>
            <ac:spMk id="3" creationId="{ADB3F3B2-596D-14C5-4CF7-083F26B74386}"/>
          </ac:spMkLst>
        </pc:spChg>
      </pc:sldChg>
      <pc:sldChg chg="modSp">
        <pc:chgData name="Turnbull, Andrew" userId="S::ajat69@byui.edu::9ffc499d-b349-48bd-81a8-226a28f02726" providerId="AD" clId="Web-{862CC281-8A17-FC91-27AD-FC17FEC7D840}" dt="2025-04-05T23:06:30.590" v="5" actId="20577"/>
        <pc:sldMkLst>
          <pc:docMk/>
          <pc:sldMk cId="1701486793" sldId="262"/>
        </pc:sldMkLst>
        <pc:spChg chg="mod">
          <ac:chgData name="Turnbull, Andrew" userId="S::ajat69@byui.edu::9ffc499d-b349-48bd-81a8-226a28f02726" providerId="AD" clId="Web-{862CC281-8A17-FC91-27AD-FC17FEC7D840}" dt="2025-04-05T23:06:30.590" v="5" actId="20577"/>
          <ac:spMkLst>
            <pc:docMk/>
            <pc:sldMk cId="1701486793" sldId="262"/>
            <ac:spMk id="3" creationId="{45B74816-BA5F-3C16-030D-9345E3E08054}"/>
          </ac:spMkLst>
        </pc:spChg>
      </pc:sldChg>
    </pc:docChg>
  </pc:docChgLst>
  <pc:docChgLst>
    <pc:chgData name="Davis, Zedekiah" userId="S::zedekiahdavis@byui.edu::8c096465-f2c6-4d0a-9367-b76dcf2e965b" providerId="AD" clId="Web-{743882BF-808C-4B19-0A54-80DC8018B19A}"/>
    <pc:docChg chg="modSld">
      <pc:chgData name="Davis, Zedekiah" userId="S::zedekiahdavis@byui.edu::8c096465-f2c6-4d0a-9367-b76dcf2e965b" providerId="AD" clId="Web-{743882BF-808C-4B19-0A54-80DC8018B19A}" dt="2025-04-07T11:59:40.819" v="245" actId="20577"/>
      <pc:docMkLst>
        <pc:docMk/>
      </pc:docMkLst>
      <pc:sldChg chg="modSp">
        <pc:chgData name="Davis, Zedekiah" userId="S::zedekiahdavis@byui.edu::8c096465-f2c6-4d0a-9367-b76dcf2e965b" providerId="AD" clId="Web-{743882BF-808C-4B19-0A54-80DC8018B19A}" dt="2025-04-07T11:59:40.819" v="245" actId="20577"/>
        <pc:sldMkLst>
          <pc:docMk/>
          <pc:sldMk cId="2280034868" sldId="261"/>
        </pc:sldMkLst>
        <pc:spChg chg="mod">
          <ac:chgData name="Davis, Zedekiah" userId="S::zedekiahdavis@byui.edu::8c096465-f2c6-4d0a-9367-b76dcf2e965b" providerId="AD" clId="Web-{743882BF-808C-4B19-0A54-80DC8018B19A}" dt="2025-04-07T11:59:40.819" v="245" actId="20577"/>
          <ac:spMkLst>
            <pc:docMk/>
            <pc:sldMk cId="2280034868" sldId="261"/>
            <ac:spMk id="3" creationId="{354D1BAB-BF3A-2CD1-A22C-C330A821CE64}"/>
          </ac:spMkLst>
        </pc:spChg>
      </pc:sldChg>
    </pc:docChg>
  </pc:docChgLst>
  <pc:docChgLst>
    <pc:chgData name="Campbell, Nick" userId="S::nick_campbell91@byui.edu::5783add3-4054-4bbc-81e7-877cd95fd22c" providerId="AD" clId="Web-{96DE9099-4D3C-2AD7-61FF-AA3A867956C4}"/>
    <pc:docChg chg="modSld">
      <pc:chgData name="Campbell, Nick" userId="S::nick_campbell91@byui.edu::5783add3-4054-4bbc-81e7-877cd95fd22c" providerId="AD" clId="Web-{96DE9099-4D3C-2AD7-61FF-AA3A867956C4}" dt="2025-04-09T22:21:01.180" v="32" actId="20577"/>
      <pc:docMkLst>
        <pc:docMk/>
      </pc:docMkLst>
      <pc:sldChg chg="modSp">
        <pc:chgData name="Campbell, Nick" userId="S::nick_campbell91@byui.edu::5783add3-4054-4bbc-81e7-877cd95fd22c" providerId="AD" clId="Web-{96DE9099-4D3C-2AD7-61FF-AA3A867956C4}" dt="2025-04-09T22:21:01.180" v="32" actId="20577"/>
        <pc:sldMkLst>
          <pc:docMk/>
          <pc:sldMk cId="1641027950" sldId="259"/>
        </pc:sldMkLst>
        <pc:spChg chg="mod">
          <ac:chgData name="Campbell, Nick" userId="S::nick_campbell91@byui.edu::5783add3-4054-4bbc-81e7-877cd95fd22c" providerId="AD" clId="Web-{96DE9099-4D3C-2AD7-61FF-AA3A867956C4}" dt="2025-04-09T22:21:01.180" v="32" actId="20577"/>
          <ac:spMkLst>
            <pc:docMk/>
            <pc:sldMk cId="1641027950" sldId="259"/>
            <ac:spMk id="3" creationId="{6BCA0C3B-63BB-3D3B-B343-B3E84C58FFB5}"/>
          </ac:spMkLst>
        </pc:spChg>
      </pc:sldChg>
    </pc:docChg>
  </pc:docChgLst>
  <pc:docChgLst>
    <pc:chgData name="Davis, Zedekiah" userId="S::zedekiahdavis@byui.edu::8c096465-f2c6-4d0a-9367-b76dcf2e965b" providerId="AD" clId="Web-{180491E5-59CA-C8A6-1588-FA7C97AB32EA}"/>
    <pc:docChg chg="delSld modSld">
      <pc:chgData name="Davis, Zedekiah" userId="S::zedekiahdavis@byui.edu::8c096465-f2c6-4d0a-9367-b76dcf2e965b" providerId="AD" clId="Web-{180491E5-59CA-C8A6-1588-FA7C97AB32EA}" dt="2025-04-09T22:25:46.505" v="111" actId="20577"/>
      <pc:docMkLst>
        <pc:docMk/>
      </pc:docMkLst>
      <pc:sldChg chg="modSp">
        <pc:chgData name="Davis, Zedekiah" userId="S::zedekiahdavis@byui.edu::8c096465-f2c6-4d0a-9367-b76dcf2e965b" providerId="AD" clId="Web-{180491E5-59CA-C8A6-1588-FA7C97AB32EA}" dt="2025-04-09T22:18:36.738" v="35" actId="20577"/>
        <pc:sldMkLst>
          <pc:docMk/>
          <pc:sldMk cId="1582925573" sldId="257"/>
        </pc:sldMkLst>
        <pc:spChg chg="mod">
          <ac:chgData name="Davis, Zedekiah" userId="S::zedekiahdavis@byui.edu::8c096465-f2c6-4d0a-9367-b76dcf2e965b" providerId="AD" clId="Web-{180491E5-59CA-C8A6-1588-FA7C97AB32EA}" dt="2025-04-09T22:18:36.738" v="35" actId="20577"/>
          <ac:spMkLst>
            <pc:docMk/>
            <pc:sldMk cId="1582925573" sldId="257"/>
            <ac:spMk id="3" creationId="{52EB09E0-6CF9-5482-7476-DB021DF4C46E}"/>
          </ac:spMkLst>
        </pc:spChg>
      </pc:sldChg>
      <pc:sldChg chg="modSp">
        <pc:chgData name="Davis, Zedekiah" userId="S::zedekiahdavis@byui.edu::8c096465-f2c6-4d0a-9367-b76dcf2e965b" providerId="AD" clId="Web-{180491E5-59CA-C8A6-1588-FA7C97AB32EA}" dt="2025-04-09T22:19:12.426" v="37" actId="20577"/>
        <pc:sldMkLst>
          <pc:docMk/>
          <pc:sldMk cId="3828091916" sldId="258"/>
        </pc:sldMkLst>
        <pc:spChg chg="mod">
          <ac:chgData name="Davis, Zedekiah" userId="S::zedekiahdavis@byui.edu::8c096465-f2c6-4d0a-9367-b76dcf2e965b" providerId="AD" clId="Web-{180491E5-59CA-C8A6-1588-FA7C97AB32EA}" dt="2025-04-09T22:19:12.426" v="37" actId="20577"/>
          <ac:spMkLst>
            <pc:docMk/>
            <pc:sldMk cId="3828091916" sldId="258"/>
            <ac:spMk id="3" creationId="{ADB3F3B2-596D-14C5-4CF7-083F26B74386}"/>
          </ac:spMkLst>
        </pc:spChg>
      </pc:sldChg>
      <pc:sldChg chg="modSp">
        <pc:chgData name="Davis, Zedekiah" userId="S::zedekiahdavis@byui.edu::8c096465-f2c6-4d0a-9367-b76dcf2e965b" providerId="AD" clId="Web-{180491E5-59CA-C8A6-1588-FA7C97AB32EA}" dt="2025-04-09T22:25:46.505" v="111" actId="20577"/>
        <pc:sldMkLst>
          <pc:docMk/>
          <pc:sldMk cId="2315479154" sldId="260"/>
        </pc:sldMkLst>
        <pc:spChg chg="mod">
          <ac:chgData name="Davis, Zedekiah" userId="S::zedekiahdavis@byui.edu::8c096465-f2c6-4d0a-9367-b76dcf2e965b" providerId="AD" clId="Web-{180491E5-59CA-C8A6-1588-FA7C97AB32EA}" dt="2025-04-09T22:25:46.505" v="111" actId="20577"/>
          <ac:spMkLst>
            <pc:docMk/>
            <pc:sldMk cId="2315479154" sldId="260"/>
            <ac:spMk id="3" creationId="{296BABD9-3698-D905-CF60-522E9C9FE92D}"/>
          </ac:spMkLst>
        </pc:spChg>
      </pc:sldChg>
      <pc:sldChg chg="modSp">
        <pc:chgData name="Davis, Zedekiah" userId="S::zedekiahdavis@byui.edu::8c096465-f2c6-4d0a-9367-b76dcf2e965b" providerId="AD" clId="Web-{180491E5-59CA-C8A6-1588-FA7C97AB32EA}" dt="2025-04-09T20:25:25.603" v="0" actId="20577"/>
        <pc:sldMkLst>
          <pc:docMk/>
          <pc:sldMk cId="2280034868" sldId="261"/>
        </pc:sldMkLst>
        <pc:spChg chg="mod">
          <ac:chgData name="Davis, Zedekiah" userId="S::zedekiahdavis@byui.edu::8c096465-f2c6-4d0a-9367-b76dcf2e965b" providerId="AD" clId="Web-{180491E5-59CA-C8A6-1588-FA7C97AB32EA}" dt="2025-04-09T20:25:25.603" v="0" actId="20577"/>
          <ac:spMkLst>
            <pc:docMk/>
            <pc:sldMk cId="2280034868" sldId="261"/>
            <ac:spMk id="2" creationId="{B70E3DEC-5D2A-9F4B-E60F-5A4E00EABFEA}"/>
          </ac:spMkLst>
        </pc:spChg>
      </pc:sldChg>
      <pc:sldChg chg="modSp del">
        <pc:chgData name="Davis, Zedekiah" userId="S::zedekiahdavis@byui.edu::8c096465-f2c6-4d0a-9367-b76dcf2e965b" providerId="AD" clId="Web-{180491E5-59CA-C8A6-1588-FA7C97AB32EA}" dt="2025-04-09T22:13:06.644" v="3"/>
        <pc:sldMkLst>
          <pc:docMk/>
          <pc:sldMk cId="3652728947" sldId="263"/>
        </pc:sldMkLst>
        <pc:spChg chg="mod">
          <ac:chgData name="Davis, Zedekiah" userId="S::zedekiahdavis@byui.edu::8c096465-f2c6-4d0a-9367-b76dcf2e965b" providerId="AD" clId="Web-{180491E5-59CA-C8A6-1588-FA7C97AB32EA}" dt="2025-04-09T20:25:32.510" v="2" actId="20577"/>
          <ac:spMkLst>
            <pc:docMk/>
            <pc:sldMk cId="3652728947" sldId="263"/>
            <ac:spMk id="2" creationId="{F44A09D5-2CBB-BB61-61C9-7D2E8D47526F}"/>
          </ac:spMkLst>
        </pc:spChg>
      </pc:sldChg>
      <pc:sldChg chg="modSp">
        <pc:chgData name="Davis, Zedekiah" userId="S::zedekiahdavis@byui.edu::8c096465-f2c6-4d0a-9367-b76dcf2e965b" providerId="AD" clId="Web-{180491E5-59CA-C8A6-1588-FA7C97AB32EA}" dt="2025-04-09T22:16:13.769" v="12" actId="20577"/>
        <pc:sldMkLst>
          <pc:docMk/>
          <pc:sldMk cId="16720592" sldId="264"/>
        </pc:sldMkLst>
        <pc:spChg chg="mod">
          <ac:chgData name="Davis, Zedekiah" userId="S::zedekiahdavis@byui.edu::8c096465-f2c6-4d0a-9367-b76dcf2e965b" providerId="AD" clId="Web-{180491E5-59CA-C8A6-1588-FA7C97AB32EA}" dt="2025-04-09T22:16:13.769" v="12" actId="20577"/>
          <ac:spMkLst>
            <pc:docMk/>
            <pc:sldMk cId="16720592" sldId="264"/>
            <ac:spMk id="2" creationId="{74733C4E-B0E6-BFED-6392-E1CCF152B7E0}"/>
          </ac:spMkLst>
        </pc:spChg>
      </pc:sldChg>
    </pc:docChg>
  </pc:docChgLst>
  <pc:docChgLst>
    <pc:chgData name="Turnbull, Andrew" userId="S::ajat69@byui.edu::9ffc499d-b349-48bd-81a8-226a28f02726" providerId="AD" clId="Web-{84C1CE1C-00BB-E442-E3B9-45321A6E5B28}"/>
    <pc:docChg chg="addSld modSld">
      <pc:chgData name="Turnbull, Andrew" userId="S::ajat69@byui.edu::9ffc499d-b349-48bd-81a8-226a28f02726" providerId="AD" clId="Web-{84C1CE1C-00BB-E442-E3B9-45321A6E5B28}" dt="2025-04-09T22:24:43.210" v="159" actId="20577"/>
      <pc:docMkLst>
        <pc:docMk/>
      </pc:docMkLst>
      <pc:sldChg chg="modSp">
        <pc:chgData name="Turnbull, Andrew" userId="S::ajat69@byui.edu::9ffc499d-b349-48bd-81a8-226a28f02726" providerId="AD" clId="Web-{84C1CE1C-00BB-E442-E3B9-45321A6E5B28}" dt="2025-04-09T22:19:38.096" v="128" actId="20577"/>
        <pc:sldMkLst>
          <pc:docMk/>
          <pc:sldMk cId="3828091916" sldId="258"/>
        </pc:sldMkLst>
        <pc:spChg chg="mod">
          <ac:chgData name="Turnbull, Andrew" userId="S::ajat69@byui.edu::9ffc499d-b349-48bd-81a8-226a28f02726" providerId="AD" clId="Web-{84C1CE1C-00BB-E442-E3B9-45321A6E5B28}" dt="2025-04-09T22:19:38.096" v="128" actId="20577"/>
          <ac:spMkLst>
            <pc:docMk/>
            <pc:sldMk cId="3828091916" sldId="258"/>
            <ac:spMk id="3" creationId="{ADB3F3B2-596D-14C5-4CF7-083F26B74386}"/>
          </ac:spMkLst>
        </pc:spChg>
      </pc:sldChg>
      <pc:sldChg chg="modSp">
        <pc:chgData name="Turnbull, Andrew" userId="S::ajat69@byui.edu::9ffc499d-b349-48bd-81a8-226a28f02726" providerId="AD" clId="Web-{84C1CE1C-00BB-E442-E3B9-45321A6E5B28}" dt="2025-04-09T22:22:52.787" v="136" actId="20577"/>
        <pc:sldMkLst>
          <pc:docMk/>
          <pc:sldMk cId="2315479154" sldId="260"/>
        </pc:sldMkLst>
        <pc:spChg chg="mod">
          <ac:chgData name="Turnbull, Andrew" userId="S::ajat69@byui.edu::9ffc499d-b349-48bd-81a8-226a28f02726" providerId="AD" clId="Web-{84C1CE1C-00BB-E442-E3B9-45321A6E5B28}" dt="2025-04-09T22:22:52.787" v="136" actId="20577"/>
          <ac:spMkLst>
            <pc:docMk/>
            <pc:sldMk cId="2315479154" sldId="260"/>
            <ac:spMk id="3" creationId="{296BABD9-3698-D905-CF60-522E9C9FE92D}"/>
          </ac:spMkLst>
        </pc:spChg>
      </pc:sldChg>
      <pc:sldChg chg="modSp">
        <pc:chgData name="Turnbull, Andrew" userId="S::ajat69@byui.edu::9ffc499d-b349-48bd-81a8-226a28f02726" providerId="AD" clId="Web-{84C1CE1C-00BB-E442-E3B9-45321A6E5B28}" dt="2025-04-09T22:23:21.053" v="137" actId="20577"/>
        <pc:sldMkLst>
          <pc:docMk/>
          <pc:sldMk cId="1701486793" sldId="262"/>
        </pc:sldMkLst>
        <pc:spChg chg="mod">
          <ac:chgData name="Turnbull, Andrew" userId="S::ajat69@byui.edu::9ffc499d-b349-48bd-81a8-226a28f02726" providerId="AD" clId="Web-{84C1CE1C-00BB-E442-E3B9-45321A6E5B28}" dt="2025-04-09T22:23:21.053" v="137" actId="20577"/>
          <ac:spMkLst>
            <pc:docMk/>
            <pc:sldMk cId="1701486793" sldId="262"/>
            <ac:spMk id="3" creationId="{45B74816-BA5F-3C16-030D-9345E3E08054}"/>
          </ac:spMkLst>
        </pc:spChg>
      </pc:sldChg>
      <pc:sldChg chg="addSp modSp">
        <pc:chgData name="Turnbull, Andrew" userId="S::ajat69@byui.edu::9ffc499d-b349-48bd-81a8-226a28f02726" providerId="AD" clId="Web-{84C1CE1C-00BB-E442-E3B9-45321A6E5B28}" dt="2025-04-09T21:34:14.802" v="12" actId="14100"/>
        <pc:sldMkLst>
          <pc:docMk/>
          <pc:sldMk cId="16720592" sldId="264"/>
        </pc:sldMkLst>
        <pc:spChg chg="mod">
          <ac:chgData name="Turnbull, Andrew" userId="S::ajat69@byui.edu::9ffc499d-b349-48bd-81a8-226a28f02726" providerId="AD" clId="Web-{84C1CE1C-00BB-E442-E3B9-45321A6E5B28}" dt="2025-04-09T21:33:10.832" v="2" actId="20577"/>
          <ac:spMkLst>
            <pc:docMk/>
            <pc:sldMk cId="16720592" sldId="264"/>
            <ac:spMk id="2" creationId="{74733C4E-B0E6-BFED-6392-E1CCF152B7E0}"/>
          </ac:spMkLst>
        </pc:spChg>
        <pc:spChg chg="mod">
          <ac:chgData name="Turnbull, Andrew" userId="S::ajat69@byui.edu::9ffc499d-b349-48bd-81a8-226a28f02726" providerId="AD" clId="Web-{84C1CE1C-00BB-E442-E3B9-45321A6E5B28}" dt="2025-04-09T21:33:34.598" v="7" actId="14100"/>
          <ac:spMkLst>
            <pc:docMk/>
            <pc:sldMk cId="16720592" sldId="264"/>
            <ac:spMk id="3" creationId="{70165C07-1915-4D3B-5A86-5993F8DCD3B1}"/>
          </ac:spMkLst>
        </pc:spChg>
        <pc:picChg chg="add mod">
          <ac:chgData name="Turnbull, Andrew" userId="S::ajat69@byui.edu::9ffc499d-b349-48bd-81a8-226a28f02726" providerId="AD" clId="Web-{84C1CE1C-00BB-E442-E3B9-45321A6E5B28}" dt="2025-04-09T21:33:53.021" v="9" actId="1076"/>
          <ac:picMkLst>
            <pc:docMk/>
            <pc:sldMk cId="16720592" sldId="264"/>
            <ac:picMk id="4" creationId="{B1F288AA-87FF-8632-0EE3-5A92262F16B2}"/>
          </ac:picMkLst>
        </pc:picChg>
        <pc:picChg chg="add mod">
          <ac:chgData name="Turnbull, Andrew" userId="S::ajat69@byui.edu::9ffc499d-b349-48bd-81a8-226a28f02726" providerId="AD" clId="Web-{84C1CE1C-00BB-E442-E3B9-45321A6E5B28}" dt="2025-04-09T21:34:14.802" v="12" actId="14100"/>
          <ac:picMkLst>
            <pc:docMk/>
            <pc:sldMk cId="16720592" sldId="264"/>
            <ac:picMk id="5" creationId="{F3E09C2D-0953-E013-26BB-86A94D3F4538}"/>
          </ac:picMkLst>
        </pc:picChg>
      </pc:sldChg>
      <pc:sldChg chg="modSp">
        <pc:chgData name="Turnbull, Andrew" userId="S::ajat69@byui.edu::9ffc499d-b349-48bd-81a8-226a28f02726" providerId="AD" clId="Web-{84C1CE1C-00BB-E442-E3B9-45321A6E5B28}" dt="2025-04-09T22:24:43.210" v="159" actId="20577"/>
        <pc:sldMkLst>
          <pc:docMk/>
          <pc:sldMk cId="3874342737" sldId="267"/>
        </pc:sldMkLst>
        <pc:spChg chg="mod">
          <ac:chgData name="Turnbull, Andrew" userId="S::ajat69@byui.edu::9ffc499d-b349-48bd-81a8-226a28f02726" providerId="AD" clId="Web-{84C1CE1C-00BB-E442-E3B9-45321A6E5B28}" dt="2025-04-09T22:24:43.210" v="159" actId="20577"/>
          <ac:spMkLst>
            <pc:docMk/>
            <pc:sldMk cId="3874342737" sldId="267"/>
            <ac:spMk id="2" creationId="{B6090B5A-5686-9EC2-A9FF-DA6166CACA22}"/>
          </ac:spMkLst>
        </pc:spChg>
        <pc:spChg chg="mod">
          <ac:chgData name="Turnbull, Andrew" userId="S::ajat69@byui.edu::9ffc499d-b349-48bd-81a8-226a28f02726" providerId="AD" clId="Web-{84C1CE1C-00BB-E442-E3B9-45321A6E5B28}" dt="2025-04-09T21:39:28.215" v="101" actId="20577"/>
          <ac:spMkLst>
            <pc:docMk/>
            <pc:sldMk cId="3874342737" sldId="267"/>
            <ac:spMk id="3" creationId="{9B748569-5273-CB8B-6290-B34BF8B693EE}"/>
          </ac:spMkLst>
        </pc:spChg>
      </pc:sldChg>
      <pc:sldChg chg="addSp delSp modSp add replId">
        <pc:chgData name="Turnbull, Andrew" userId="S::ajat69@byui.edu::9ffc499d-b349-48bd-81a8-226a28f02726" providerId="AD" clId="Web-{84C1CE1C-00BB-E442-E3B9-45321A6E5B28}" dt="2025-04-09T21:37:42.494" v="50"/>
        <pc:sldMkLst>
          <pc:docMk/>
          <pc:sldMk cId="3768684572" sldId="268"/>
        </pc:sldMkLst>
        <pc:spChg chg="del mod">
          <ac:chgData name="Turnbull, Andrew" userId="S::ajat69@byui.edu::9ffc499d-b349-48bd-81a8-226a28f02726" providerId="AD" clId="Web-{84C1CE1C-00BB-E442-E3B9-45321A6E5B28}" dt="2025-04-09T21:37:42.494" v="50"/>
          <ac:spMkLst>
            <pc:docMk/>
            <pc:sldMk cId="3768684572" sldId="268"/>
            <ac:spMk id="2" creationId="{47581A94-DF02-231D-D46E-B315DCF5D760}"/>
          </ac:spMkLst>
        </pc:spChg>
        <pc:spChg chg="mod">
          <ac:chgData name="Turnbull, Andrew" userId="S::ajat69@byui.edu::9ffc499d-b349-48bd-81a8-226a28f02726" providerId="AD" clId="Web-{84C1CE1C-00BB-E442-E3B9-45321A6E5B28}" dt="2025-04-09T21:34:55.866" v="25" actId="14100"/>
          <ac:spMkLst>
            <pc:docMk/>
            <pc:sldMk cId="3768684572" sldId="268"/>
            <ac:spMk id="3" creationId="{88D88DAA-1F4B-FA6F-2400-5C9121DEE291}"/>
          </ac:spMkLst>
        </pc:spChg>
        <pc:picChg chg="del">
          <ac:chgData name="Turnbull, Andrew" userId="S::ajat69@byui.edu::9ffc499d-b349-48bd-81a8-226a28f02726" providerId="AD" clId="Web-{84C1CE1C-00BB-E442-E3B9-45321A6E5B28}" dt="2025-04-09T21:34:57.147" v="26"/>
          <ac:picMkLst>
            <pc:docMk/>
            <pc:sldMk cId="3768684572" sldId="268"/>
            <ac:picMk id="4" creationId="{561EE040-DB37-B81C-E214-AD1FA72E905D}"/>
          </ac:picMkLst>
        </pc:picChg>
        <pc:picChg chg="del">
          <ac:chgData name="Turnbull, Andrew" userId="S::ajat69@byui.edu::9ffc499d-b349-48bd-81a8-226a28f02726" providerId="AD" clId="Web-{84C1CE1C-00BB-E442-E3B9-45321A6E5B28}" dt="2025-04-09T21:35:11.882" v="30"/>
          <ac:picMkLst>
            <pc:docMk/>
            <pc:sldMk cId="3768684572" sldId="268"/>
            <ac:picMk id="5" creationId="{45C6F891-7CD3-74FE-01A5-50E199B8AB89}"/>
          </ac:picMkLst>
        </pc:picChg>
        <pc:picChg chg="add mod">
          <ac:chgData name="Turnbull, Andrew" userId="S::ajat69@byui.edu::9ffc499d-b349-48bd-81a8-226a28f02726" providerId="AD" clId="Web-{84C1CE1C-00BB-E442-E3B9-45321A6E5B28}" dt="2025-04-09T21:35:09.725" v="29" actId="1076"/>
          <ac:picMkLst>
            <pc:docMk/>
            <pc:sldMk cId="3768684572" sldId="268"/>
            <ac:picMk id="6" creationId="{CD81DCA1-A0FE-7A89-4BDE-6F971ED644A7}"/>
          </ac:picMkLst>
        </pc:picChg>
        <pc:picChg chg="add del mod">
          <ac:chgData name="Turnbull, Andrew" userId="S::ajat69@byui.edu::9ffc499d-b349-48bd-81a8-226a28f02726" providerId="AD" clId="Web-{84C1CE1C-00BB-E442-E3B9-45321A6E5B28}" dt="2025-04-09T21:35:40.007" v="38"/>
          <ac:picMkLst>
            <pc:docMk/>
            <pc:sldMk cId="3768684572" sldId="268"/>
            <ac:picMk id="7" creationId="{399F7DB7-5DDC-6082-C213-D914194203E0}"/>
          </ac:picMkLst>
        </pc:picChg>
        <pc:picChg chg="add mod">
          <ac:chgData name="Turnbull, Andrew" userId="S::ajat69@byui.edu::9ffc499d-b349-48bd-81a8-226a28f02726" providerId="AD" clId="Web-{84C1CE1C-00BB-E442-E3B9-45321A6E5B28}" dt="2025-04-09T21:37:25.572" v="41" actId="14100"/>
          <ac:picMkLst>
            <pc:docMk/>
            <pc:sldMk cId="3768684572" sldId="268"/>
            <ac:picMk id="8" creationId="{F7F6EE55-46B9-2B69-B552-DEEC92BF7EB8}"/>
          </ac:picMkLst>
        </pc:picChg>
      </pc:sldChg>
      <pc:sldChg chg="delSp new">
        <pc:chgData name="Turnbull, Andrew" userId="S::ajat69@byui.edu::9ffc499d-b349-48bd-81a8-226a28f02726" providerId="AD" clId="Web-{84C1CE1C-00BB-E442-E3B9-45321A6E5B28}" dt="2025-04-09T21:40:14.028" v="104"/>
        <pc:sldMkLst>
          <pc:docMk/>
          <pc:sldMk cId="497505271" sldId="269"/>
        </pc:sldMkLst>
        <pc:spChg chg="del">
          <ac:chgData name="Turnbull, Andrew" userId="S::ajat69@byui.edu::9ffc499d-b349-48bd-81a8-226a28f02726" providerId="AD" clId="Web-{84C1CE1C-00BB-E442-E3B9-45321A6E5B28}" dt="2025-04-09T21:40:14.028" v="104"/>
          <ac:spMkLst>
            <pc:docMk/>
            <pc:sldMk cId="497505271" sldId="269"/>
            <ac:spMk id="2" creationId="{D59C5ADF-F596-A6C2-5A5E-628652ECA439}"/>
          </ac:spMkLst>
        </pc:spChg>
        <pc:spChg chg="del">
          <ac:chgData name="Turnbull, Andrew" userId="S::ajat69@byui.edu::9ffc499d-b349-48bd-81a8-226a28f02726" providerId="AD" clId="Web-{84C1CE1C-00BB-E442-E3B9-45321A6E5B28}" dt="2025-04-09T21:40:11.435" v="103"/>
          <ac:spMkLst>
            <pc:docMk/>
            <pc:sldMk cId="497505271" sldId="269"/>
            <ac:spMk id="3" creationId="{9F8BBF52-0372-8A3F-88BF-FD3E6D8910DE}"/>
          </ac:spMkLst>
        </pc:spChg>
      </pc:sldChg>
    </pc:docChg>
  </pc:docChgLst>
  <pc:docChgLst>
    <pc:chgData name="Davis, Zedekiah" userId="S::zedekiahdavis@byui.edu::8c096465-f2c6-4d0a-9367-b76dcf2e965b" providerId="AD" clId="Web-{58A72615-E8B2-8BDF-97B1-3893755F1A4A}"/>
    <pc:docChg chg="addSld modSld">
      <pc:chgData name="Davis, Zedekiah" userId="S::zedekiahdavis@byui.edu::8c096465-f2c6-4d0a-9367-b76dcf2e965b" providerId="AD" clId="Web-{58A72615-E8B2-8BDF-97B1-3893755F1A4A}" dt="2025-03-31T17:30:38.026" v="66" actId="20577"/>
      <pc:docMkLst>
        <pc:docMk/>
      </pc:docMkLst>
      <pc:sldChg chg="modSp new">
        <pc:chgData name="Davis, Zedekiah" userId="S::zedekiahdavis@byui.edu::8c096465-f2c6-4d0a-9367-b76dcf2e965b" providerId="AD" clId="Web-{58A72615-E8B2-8BDF-97B1-3893755F1A4A}" dt="2025-03-31T17:28:54.633" v="4" actId="20577"/>
        <pc:sldMkLst>
          <pc:docMk/>
          <pc:sldMk cId="1582925573" sldId="257"/>
        </pc:sldMkLst>
        <pc:spChg chg="mod">
          <ac:chgData name="Davis, Zedekiah" userId="S::zedekiahdavis@byui.edu::8c096465-f2c6-4d0a-9367-b76dcf2e965b" providerId="AD" clId="Web-{58A72615-E8B2-8BDF-97B1-3893755F1A4A}" dt="2025-03-31T17:28:54.633" v="4" actId="20577"/>
          <ac:spMkLst>
            <pc:docMk/>
            <pc:sldMk cId="1582925573" sldId="257"/>
            <ac:spMk id="2" creationId="{E5EA282D-6138-EB4B-F9DC-5544C885B6D0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29:29.868" v="7" actId="20577"/>
        <pc:sldMkLst>
          <pc:docMk/>
          <pc:sldMk cId="3828091916" sldId="258"/>
        </pc:sldMkLst>
        <pc:spChg chg="mod">
          <ac:chgData name="Davis, Zedekiah" userId="S::zedekiahdavis@byui.edu::8c096465-f2c6-4d0a-9367-b76dcf2e965b" providerId="AD" clId="Web-{58A72615-E8B2-8BDF-97B1-3893755F1A4A}" dt="2025-03-31T17:29:29.868" v="7" actId="20577"/>
          <ac:spMkLst>
            <pc:docMk/>
            <pc:sldMk cId="3828091916" sldId="258"/>
            <ac:spMk id="2" creationId="{F152C3BC-608D-32D9-6D75-80B6932C7813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29:40.462" v="17" actId="20577"/>
        <pc:sldMkLst>
          <pc:docMk/>
          <pc:sldMk cId="1641027950" sldId="259"/>
        </pc:sldMkLst>
        <pc:spChg chg="mod">
          <ac:chgData name="Davis, Zedekiah" userId="S::zedekiahdavis@byui.edu::8c096465-f2c6-4d0a-9367-b76dcf2e965b" providerId="AD" clId="Web-{58A72615-E8B2-8BDF-97B1-3893755F1A4A}" dt="2025-03-31T17:29:40.462" v="17" actId="20577"/>
          <ac:spMkLst>
            <pc:docMk/>
            <pc:sldMk cId="1641027950" sldId="259"/>
            <ac:spMk id="2" creationId="{2E669988-A3B3-D415-9906-6E4044227CFF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29:48.509" v="25" actId="20577"/>
        <pc:sldMkLst>
          <pc:docMk/>
          <pc:sldMk cId="2315479154" sldId="260"/>
        </pc:sldMkLst>
        <pc:spChg chg="mod">
          <ac:chgData name="Davis, Zedekiah" userId="S::zedekiahdavis@byui.edu::8c096465-f2c6-4d0a-9367-b76dcf2e965b" providerId="AD" clId="Web-{58A72615-E8B2-8BDF-97B1-3893755F1A4A}" dt="2025-03-31T17:29:48.509" v="25" actId="20577"/>
          <ac:spMkLst>
            <pc:docMk/>
            <pc:sldMk cId="2315479154" sldId="260"/>
            <ac:spMk id="2" creationId="{E23A871C-3580-08F9-CECF-4E9E55FA3E76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29:57.932" v="34" actId="20577"/>
        <pc:sldMkLst>
          <pc:docMk/>
          <pc:sldMk cId="2280034868" sldId="261"/>
        </pc:sldMkLst>
        <pc:spChg chg="mod">
          <ac:chgData name="Davis, Zedekiah" userId="S::zedekiahdavis@byui.edu::8c096465-f2c6-4d0a-9367-b76dcf2e965b" providerId="AD" clId="Web-{58A72615-E8B2-8BDF-97B1-3893755F1A4A}" dt="2025-03-31T17:29:57.932" v="34" actId="20577"/>
          <ac:spMkLst>
            <pc:docMk/>
            <pc:sldMk cId="2280034868" sldId="261"/>
            <ac:spMk id="2" creationId="{B70E3DEC-5D2A-9F4B-E60F-5A4E00EABFEA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30:08.697" v="46" actId="20577"/>
        <pc:sldMkLst>
          <pc:docMk/>
          <pc:sldMk cId="1701486793" sldId="262"/>
        </pc:sldMkLst>
        <pc:spChg chg="mod">
          <ac:chgData name="Davis, Zedekiah" userId="S::zedekiahdavis@byui.edu::8c096465-f2c6-4d0a-9367-b76dcf2e965b" providerId="AD" clId="Web-{58A72615-E8B2-8BDF-97B1-3893755F1A4A}" dt="2025-03-31T17:30:08.697" v="46" actId="20577"/>
          <ac:spMkLst>
            <pc:docMk/>
            <pc:sldMk cId="1701486793" sldId="262"/>
            <ac:spMk id="2" creationId="{5A51F3EC-2E64-6C09-DC55-DC02BD537ADE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30:15.838" v="53" actId="20577"/>
        <pc:sldMkLst>
          <pc:docMk/>
          <pc:sldMk cId="3652728947" sldId="263"/>
        </pc:sldMkLst>
        <pc:spChg chg="mod">
          <ac:chgData name="Davis, Zedekiah" userId="S::zedekiahdavis@byui.edu::8c096465-f2c6-4d0a-9367-b76dcf2e965b" providerId="AD" clId="Web-{58A72615-E8B2-8BDF-97B1-3893755F1A4A}" dt="2025-03-31T17:30:15.838" v="53" actId="20577"/>
          <ac:spMkLst>
            <pc:docMk/>
            <pc:sldMk cId="3652728947" sldId="263"/>
            <ac:spMk id="2" creationId="{F44A09D5-2CBB-BB61-61C9-7D2E8D47526F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30:20.354" v="55" actId="20577"/>
        <pc:sldMkLst>
          <pc:docMk/>
          <pc:sldMk cId="16720592" sldId="264"/>
        </pc:sldMkLst>
        <pc:spChg chg="mod">
          <ac:chgData name="Davis, Zedekiah" userId="S::zedekiahdavis@byui.edu::8c096465-f2c6-4d0a-9367-b76dcf2e965b" providerId="AD" clId="Web-{58A72615-E8B2-8BDF-97B1-3893755F1A4A}" dt="2025-03-31T17:30:20.354" v="55" actId="20577"/>
          <ac:spMkLst>
            <pc:docMk/>
            <pc:sldMk cId="16720592" sldId="264"/>
            <ac:spMk id="2" creationId="{74733C4E-B0E6-BFED-6392-E1CCF152B7E0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30:29.651" v="59" actId="20577"/>
        <pc:sldMkLst>
          <pc:docMk/>
          <pc:sldMk cId="2342316053" sldId="265"/>
        </pc:sldMkLst>
        <pc:spChg chg="mod">
          <ac:chgData name="Davis, Zedekiah" userId="S::zedekiahdavis@byui.edu::8c096465-f2c6-4d0a-9367-b76dcf2e965b" providerId="AD" clId="Web-{58A72615-E8B2-8BDF-97B1-3893755F1A4A}" dt="2025-03-31T17:30:29.651" v="59" actId="20577"/>
          <ac:spMkLst>
            <pc:docMk/>
            <pc:sldMk cId="2342316053" sldId="265"/>
            <ac:spMk id="2" creationId="{763B8CF2-A7A8-54F2-1156-8BE107F68755}"/>
          </ac:spMkLst>
        </pc:spChg>
      </pc:sldChg>
      <pc:sldChg chg="modSp new">
        <pc:chgData name="Davis, Zedekiah" userId="S::zedekiahdavis@byui.edu::8c096465-f2c6-4d0a-9367-b76dcf2e965b" providerId="AD" clId="Web-{58A72615-E8B2-8BDF-97B1-3893755F1A4A}" dt="2025-03-31T17:30:38.026" v="66" actId="20577"/>
        <pc:sldMkLst>
          <pc:docMk/>
          <pc:sldMk cId="1942873632" sldId="266"/>
        </pc:sldMkLst>
        <pc:spChg chg="mod">
          <ac:chgData name="Davis, Zedekiah" userId="S::zedekiahdavis@byui.edu::8c096465-f2c6-4d0a-9367-b76dcf2e965b" providerId="AD" clId="Web-{58A72615-E8B2-8BDF-97B1-3893755F1A4A}" dt="2025-03-31T17:30:38.026" v="66" actId="20577"/>
          <ac:spMkLst>
            <pc:docMk/>
            <pc:sldMk cId="1942873632" sldId="266"/>
            <ac:spMk id="2" creationId="{417DA7BC-1A39-B826-8A01-67EB60AF99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9623" y="1012948"/>
            <a:ext cx="9144000" cy="1186482"/>
          </a:xfrm>
        </p:spPr>
        <p:txBody>
          <a:bodyPr>
            <a:normAutofit/>
          </a:bodyPr>
          <a:lstStyle/>
          <a:p>
            <a:r>
              <a:rPr lang="en-US" sz="7200">
                <a:solidFill>
                  <a:schemeClr val="bg1"/>
                </a:solidFill>
                <a:latin typeface="Lucida Bright"/>
              </a:rPr>
              <a:t>Psyche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373" y="6159259"/>
            <a:ext cx="11378338" cy="5321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Lucida Bright"/>
              </a:rPr>
              <a:t>By Andrew Turnbull, Zedekiah Davis, Nick Campbell, &amp; Caleb Nuttall</a:t>
            </a:r>
            <a:endParaRPr lang="en-US">
              <a:solidFill>
                <a:schemeClr val="bg1"/>
              </a:solidFill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282D-6138-EB4B-F9DC-5544C885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B09E0-6CF9-5482-7476-DB021DF4C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Our project tackles the challenge of simulating a realistic craft flying toward the asteroid Psyche.</a:t>
            </a:r>
          </a:p>
          <a:p>
            <a:r>
              <a:rPr lang="en-US">
                <a:solidFill>
                  <a:schemeClr val="bg1"/>
                </a:solidFill>
              </a:rPr>
              <a:t>Domain Space: Aerospace and space mission simulation, with a focus on accurate modeling in low-gravity environments.</a:t>
            </a:r>
          </a:p>
          <a:p>
            <a:r>
              <a:rPr lang="en-US">
                <a:solidFill>
                  <a:schemeClr val="bg1"/>
                </a:solidFill>
              </a:rPr>
              <a:t>Elicitation Techniques: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We used stakeholder interviews and closely studied the work left by the team before us.</a:t>
            </a:r>
          </a:p>
          <a:p>
            <a:r>
              <a:rPr lang="en-US">
                <a:solidFill>
                  <a:schemeClr val="bg1"/>
                </a:solidFill>
              </a:rPr>
              <a:t>Key Issues Identified: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Prior to our work, there was a 2d simulator for landing on Psyche—users could make basic inputs and view static images.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This gap limited both training and public understanding of the complex dynamics involved in such a landing.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92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C3BC-608D-32D9-6D75-80B6932C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Expert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3F3B2-596D-14C5-4CF7-083F26B74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D1D2D3"/>
                </a:solidFill>
                <a:ea typeface="+mn-lt"/>
                <a:cs typeface="+mn-lt"/>
              </a:rPr>
              <a:t>Psyche Mission Simulator gives the public a front-row seat to the Psyche mission from launch through orbit... and beyond. The chance for the public to experience, and even control, the mission and then imagine what follow-on mission could entail will excite and inspire so many people. </a:t>
            </a:r>
            <a:endParaRPr lang="en-US" sz="20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D1D2D3"/>
                </a:solidFill>
                <a:ea typeface="+mn-lt"/>
                <a:cs typeface="+mn-lt"/>
              </a:rPr>
              <a:t>- Professor Cassie Bowman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09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9988-A3B3-D415-9906-6E404422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Past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0C3B-63BB-3D3B-B343-B3E84C58F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Legacy Solutions: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The mission was vividly described alongside images of how we believe the orbit will occur. There was also a very simple 2D simulator.</a:t>
            </a:r>
          </a:p>
          <a:p>
            <a:r>
              <a:rPr lang="en-US">
                <a:solidFill>
                  <a:schemeClr val="bg1"/>
                </a:solidFill>
              </a:rPr>
              <a:t>Customer Feedback: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An interactive simulator would offer a more visceral experience that will stress the mathematics and skill required for the mission.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2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71C-3580-08F9-CECF-4E9E55FA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New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ABD9-3698-D905-CF60-522E9C9FE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Follow mission on the way to psyche</a:t>
            </a:r>
          </a:p>
          <a:p>
            <a:r>
              <a:rPr lang="en-US">
                <a:solidFill>
                  <a:schemeClr val="bg1"/>
                </a:solidFill>
              </a:rPr>
              <a:t>Three dimensional model instead of 2 dimensional</a:t>
            </a:r>
          </a:p>
          <a:p>
            <a:r>
              <a:rPr lang="en-US">
                <a:solidFill>
                  <a:schemeClr val="bg1"/>
                </a:solidFill>
              </a:rPr>
              <a:t>Create simulation framework</a:t>
            </a:r>
          </a:p>
          <a:p>
            <a:r>
              <a:rPr lang="en-US">
                <a:solidFill>
                  <a:schemeClr val="bg1"/>
                </a:solidFill>
              </a:rPr>
              <a:t>Distinguish between current mission status and potential future missions</a:t>
            </a:r>
          </a:p>
        </p:txBody>
      </p:sp>
    </p:spTree>
    <p:extLst>
      <p:ext uri="{BB962C8B-B14F-4D97-AF65-F5344CB8AC3E}">
        <p14:creationId xmlns:p14="http://schemas.microsoft.com/office/powerpoint/2010/main" val="231547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3DEC-5D2A-9F4B-E60F-5A4E00EA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Feature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1BAB-BF3A-2CD1-A22C-C330A821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3D Model / Simulator Framework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Able to be used to effectively model new missions using existing framework</a:t>
            </a:r>
          </a:p>
          <a:p>
            <a:r>
              <a:rPr lang="en-US">
                <a:solidFill>
                  <a:schemeClr val="bg1"/>
                </a:solidFill>
              </a:rPr>
              <a:t>Import custom objects (Blender)</a:t>
            </a:r>
          </a:p>
          <a:p>
            <a:r>
              <a:rPr lang="en-US">
                <a:solidFill>
                  <a:schemeClr val="bg1"/>
                </a:solidFill>
              </a:rPr>
              <a:t>Can connect to a physics library for accurate simulations (Three.js Rapier)</a:t>
            </a:r>
          </a:p>
          <a:p>
            <a:r>
              <a:rPr lang="en-US">
                <a:solidFill>
                  <a:schemeClr val="bg1"/>
                </a:solidFill>
              </a:rPr>
              <a:t>Models can receive user inputs allowing for an interactive experience</a:t>
            </a: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03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F3EC-2E64-6C09-DC55-DC02BD53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Bring The Expert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4816-BA5F-3C16-030D-9345E3E08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rgbClr val="D1D2D3"/>
                </a:solidFill>
                <a:ea typeface="+mn-lt"/>
                <a:cs typeface="+mn-lt"/>
              </a:rPr>
              <a:t>We can't wait to let people take a deep dive into the Psyche mission with Psyche Mission Simulator!</a:t>
            </a:r>
            <a:endParaRPr lang="en-US" sz="240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en-US" sz="2400"/>
            </a:br>
            <a:r>
              <a:rPr lang="en-US" sz="2400">
                <a:solidFill>
                  <a:srgbClr val="D1D2D3"/>
                </a:solidFill>
              </a:rPr>
              <a:t>- Professor Cassie Bowman</a:t>
            </a:r>
            <a:endParaRPr lang="en-US" sz="2400"/>
          </a:p>
          <a:p>
            <a:endParaRPr lang="en-US"/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48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3C4E-B0E6-BFED-6392-E1CCF152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5C07-1915-4D3B-5A86-5993F8DCD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43315" cy="577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Launch</a:t>
            </a:r>
          </a:p>
        </p:txBody>
      </p:sp>
      <p:pic>
        <p:nvPicPr>
          <p:cNvPr id="4" name="Picture 3" descr="A rocket launching with smoke and fire&#10;&#10;AI-generated content may be incorrect.">
            <a:extLst>
              <a:ext uri="{FF2B5EF4-FFF2-40B4-BE49-F238E27FC236}">
                <a16:creationId xmlns:a16="http://schemas.microsoft.com/office/drawing/2014/main" id="{B1F288AA-87FF-8632-0EE3-5A92262F1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532" y="1407962"/>
            <a:ext cx="3676650" cy="4429125"/>
          </a:xfrm>
          <a:prstGeom prst="rect">
            <a:avLst/>
          </a:prstGeom>
        </p:spPr>
      </p:pic>
      <p:pic>
        <p:nvPicPr>
          <p:cNvPr id="5" name="Picture 4" descr="A rocket launch pad with a tower&#10;&#10;AI-generated content may be incorrect.">
            <a:extLst>
              <a:ext uri="{FF2B5EF4-FFF2-40B4-BE49-F238E27FC236}">
                <a16:creationId xmlns:a16="http://schemas.microsoft.com/office/drawing/2014/main" id="{F3E09C2D-0953-E013-26BB-86A94D3F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024" y="1407055"/>
            <a:ext cx="3235476" cy="443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8A73-5565-272D-D5B0-03F6BBC4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8DAA-1F4B-FA6F-2400-5C9121DE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940076" cy="57762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Separation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A metal object in space&#10;&#10;AI-generated content may be incorrect.">
            <a:extLst>
              <a:ext uri="{FF2B5EF4-FFF2-40B4-BE49-F238E27FC236}">
                <a16:creationId xmlns:a16="http://schemas.microsoft.com/office/drawing/2014/main" id="{CD81DCA1-A0FE-7A89-4BDE-6F971ED6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669" y="1721002"/>
            <a:ext cx="2951995" cy="3415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6EE55-46B9-2B69-B552-DEEC92BF7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376" y="1723723"/>
            <a:ext cx="2519438" cy="343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84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CF2-A7A8-54F2-1156-8BE107F6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Bonus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8261-C8AD-CBA7-6940-7D8986CB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</a:rPr>
              <a:t>3d rendering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</a:rPr>
              <a:t>Mission selection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</a:rPr>
              <a:t>Multiple viewpoints for each mission</a:t>
            </a:r>
          </a:p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31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A7BC-1A39-B826-8A01-67EB60AF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Sense of Urgency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0CEBE-02BE-8941-E23E-B8655BC1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Lessons Learned: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The project has reinforced the importance of physics modeling and iterative feedback in developing educational tools.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It has expanded our expertise in modern web technologies and simulation design.</a:t>
            </a:r>
          </a:p>
          <a:p>
            <a:r>
              <a:rPr lang="en-US">
                <a:solidFill>
                  <a:schemeClr val="bg1"/>
                </a:solidFill>
              </a:rPr>
              <a:t>Personal Impact &amp; Future Opportunities: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This project is a key highlight on our resumes and professional profiles, showcasing our capability to create innovative, accessible educational software.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87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0B5A-5686-9EC2-A9FF-DA6166CA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Our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8569-5273-CB8B-6290-B34BF8B6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STAR Story: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Situation: We were tasked with creating a realistic simulation of a craft orbiting the asteroid Psyche, intended as a free educational tool.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Task: Develop an interactive, physics-accurate simulation using cutting-edge web technologies.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Action: Leveraged React, Three.js, and extensive user input to design, build, and refine the simulation.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Result: Delivered a framework to build a simulation to serve as a valuable educational resource.</a:t>
            </a:r>
          </a:p>
          <a:p>
            <a:r>
              <a:rPr lang="en-US">
                <a:solidFill>
                  <a:schemeClr val="bg1"/>
                </a:solidFill>
              </a:rPr>
              <a:t>Call to Action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342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50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3CE4F2127CB04DB68970968B510759" ma:contentTypeVersion="12" ma:contentTypeDescription="Create a new document." ma:contentTypeScope="" ma:versionID="8790e8aac55bc7fedb21a789f846a32c">
  <xsd:schema xmlns:xsd="http://www.w3.org/2001/XMLSchema" xmlns:xs="http://www.w3.org/2001/XMLSchema" xmlns:p="http://schemas.microsoft.com/office/2006/metadata/properties" xmlns:ns2="206f31a2-c679-4bd3-82b8-ef3c7ffc813f" xmlns:ns3="31fc2776-cddf-48a7-99d5-e5ce938681b5" targetNamespace="http://schemas.microsoft.com/office/2006/metadata/properties" ma:root="true" ma:fieldsID="656825593d93ecad1a9869e00c514530" ns2:_="" ns3:_="">
    <xsd:import namespace="206f31a2-c679-4bd3-82b8-ef3c7ffc813f"/>
    <xsd:import namespace="31fc2776-cddf-48a7-99d5-e5ce938681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6f31a2-c679-4bd3-82b8-ef3c7ffc81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61ed3f3-80a3-4625-a339-da1aff4a87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fc2776-cddf-48a7-99d5-e5ce938681b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25dfd07-8e01-4449-a1aa-2021a3b37064}" ma:internalName="TaxCatchAll" ma:showField="CatchAllData" ma:web="31fc2776-cddf-48a7-99d5-e5ce938681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fc2776-cddf-48a7-99d5-e5ce938681b5" xsi:nil="true"/>
    <lcf76f155ced4ddcb4097134ff3c332f xmlns="206f31a2-c679-4bd3-82b8-ef3c7ffc813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9E2967-E326-4833-B358-25C45255DA4F}">
  <ds:schemaRefs>
    <ds:schemaRef ds:uri="206f31a2-c679-4bd3-82b8-ef3c7ffc813f"/>
    <ds:schemaRef ds:uri="31fc2776-cddf-48a7-99d5-e5ce938681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7828A1-39E4-49DB-A1CE-6E4340D9135E}">
  <ds:schemaRefs>
    <ds:schemaRef ds:uri="206f31a2-c679-4bd3-82b8-ef3c7ffc813f"/>
    <ds:schemaRef ds:uri="31fc2776-cddf-48a7-99d5-e5ce938681b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56FD991-81AE-4E34-A0BB-EDCDE8A3B1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Psyche Simulator</vt:lpstr>
      <vt:lpstr>The Problem</vt:lpstr>
      <vt:lpstr>The Expert</vt:lpstr>
      <vt:lpstr>The Past Solutions</vt:lpstr>
      <vt:lpstr>The New Solution</vt:lpstr>
      <vt:lpstr>Feature Expectations</vt:lpstr>
      <vt:lpstr>Bring The Expert Back</vt:lpstr>
      <vt:lpstr>The Pitch</vt:lpstr>
      <vt:lpstr>PowerPoint Presentation</vt:lpstr>
      <vt:lpstr>The Bonus</vt:lpstr>
      <vt:lpstr>The Sense of Urgency</vt:lpstr>
      <vt:lpstr>Our Story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2025-03-31T17:26:06Z</dcterms:created>
  <dcterms:modified xsi:type="dcterms:W3CDTF">2025-04-09T22:26:19Z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0x010100093CE4F2127CB04DB68970968B510759</vt:lpwstr>
  </property>
  <property fmtid="{D5CDD505-2E9C-101B-9397-08002B2CF9AE}" pid="3" name="MediaServiceImageTags">
    <vt:lpwstr/>
  </property>
</Properties>
</file>